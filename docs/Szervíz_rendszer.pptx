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60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CA28E4-D2D2-49A2-9C0E-A6C2D45E4D26}" type="datetimeFigureOut">
              <a:rPr lang="hu-HU" smtClean="0"/>
              <a:t>2026. 10. 19.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00C2FF-7DD9-48DA-B977-7033489ACEE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0460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D86E765-D5C3-4D19-879A-EC3E120EC8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/>
              <a:t>Szervíz rendszer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1094FFB-3A9B-48B1-9BB1-024D446DCE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Csapattagok: Hege Domonkos, </a:t>
            </a:r>
            <a:r>
              <a:rPr lang="hu-HU"/>
              <a:t>Vaszócsik Levente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57443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3FF010D-D68B-480F-97E9-6DF199D0E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probléma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E15E5D3B-4516-4E56-993C-B048E6B1E6DE}"/>
              </a:ext>
            </a:extLst>
          </p:cNvPr>
          <p:cNvSpPr txBox="1"/>
          <p:nvPr/>
        </p:nvSpPr>
        <p:spPr>
          <a:xfrm>
            <a:off x="2203457" y="1905000"/>
            <a:ext cx="89116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szervízt nyújtó vállalkozások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cégek pappíron vagy </a:t>
            </a:r>
            <a:r>
              <a:rPr lang="hu-HU" dirty="0" err="1"/>
              <a:t>exel</a:t>
            </a:r>
            <a:r>
              <a:rPr lang="hu-HU" dirty="0"/>
              <a:t> táblázatban vezetik felvett gépeket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nehezen </a:t>
            </a:r>
            <a:r>
              <a:rPr lang="hu-HU" dirty="0" err="1"/>
              <a:t>nyomonkövethető</a:t>
            </a:r>
            <a:r>
              <a:rPr lang="hu-HU" dirty="0"/>
              <a:t> a szervizeltetés </a:t>
            </a:r>
            <a:r>
              <a:rPr lang="hu-HU" dirty="0" err="1"/>
              <a:t>esedességét</a:t>
            </a:r>
            <a:r>
              <a:rPr lang="hu-HU" dirty="0"/>
              <a:t>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a kiküldött egység gyakran aknákban, pincehelységekben dolgoznak ahol nincs térerő és az adott gép szerviz történetéröl nem tudnak semmit.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A diszpécser nem tudja </a:t>
            </a:r>
            <a:r>
              <a:rPr lang="hu-HU" dirty="0" err="1"/>
              <a:t>nyomonkövetni</a:t>
            </a:r>
            <a:r>
              <a:rPr lang="hu-HU" dirty="0"/>
              <a:t> a kiszervezéseket</a:t>
            </a:r>
          </a:p>
        </p:txBody>
      </p:sp>
    </p:spTree>
    <p:extLst>
      <p:ext uri="{BB962C8B-B14F-4D97-AF65-F5344CB8AC3E}">
        <p14:creationId xmlns:p14="http://schemas.microsoft.com/office/powerpoint/2010/main" val="3510754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4690F78-F93C-4093-998A-FC4061C09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Software megoldása a problémákra</a:t>
            </a:r>
            <a:br>
              <a:rPr lang="hu-HU" dirty="0"/>
            </a:br>
            <a:endParaRPr lang="hu-HU" dirty="0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1874A8D9-B1B0-478C-8EEF-7FEE182FE3FD}"/>
              </a:ext>
            </a:extLst>
          </p:cNvPr>
          <p:cNvSpPr txBox="1"/>
          <p:nvPr/>
        </p:nvSpPr>
        <p:spPr>
          <a:xfrm>
            <a:off x="2592924" y="1583267"/>
            <a:ext cx="572346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Az </a:t>
            </a:r>
            <a:r>
              <a:rPr lang="hu-HU" dirty="0" err="1"/>
              <a:t>admin</a:t>
            </a:r>
            <a:r>
              <a:rPr lang="hu-HU" dirty="0"/>
              <a:t> felületen a diszpécser a céggel kapcsolatban mindent lát, ügyfeleket, telephelyeket, a hozzátartozó gépeket a szervíztörténetekkel együtt és a kiszervezett egységeket is, ezáltal látja ki az aki még beosztható aznap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A </a:t>
            </a:r>
            <a:r>
              <a:rPr lang="hu-HU" dirty="0" err="1"/>
              <a:t>softwarenek</a:t>
            </a:r>
            <a:r>
              <a:rPr lang="hu-HU" dirty="0"/>
              <a:t> lesz egy offline alkalmazása a munkásoknak amiben le tudják tölteni az aktuális szervízgépek adatait és </a:t>
            </a:r>
            <a:r>
              <a:rPr lang="hu-HU" dirty="0" err="1"/>
              <a:t>qr</a:t>
            </a:r>
            <a:r>
              <a:rPr lang="hu-HU" dirty="0"/>
              <a:t>-kód alapján beazonosítani őket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A munka elvégzése után egy munkalapkitöltéssel pár </a:t>
            </a:r>
            <a:r>
              <a:rPr lang="hu-HU" dirty="0" err="1"/>
              <a:t>kattintásbol</a:t>
            </a:r>
            <a:r>
              <a:rPr lang="hu-HU" dirty="0"/>
              <a:t> már fel is tudják tölteni a munkalapot amit az </a:t>
            </a:r>
            <a:r>
              <a:rPr lang="hu-HU" dirty="0" err="1"/>
              <a:t>uuid</a:t>
            </a:r>
            <a:r>
              <a:rPr lang="hu-HU" dirty="0"/>
              <a:t> alapján átmegy egy </a:t>
            </a:r>
            <a:r>
              <a:rPr lang="hu-HU" dirty="0" err="1"/>
              <a:t>ellenörzésen</a:t>
            </a:r>
            <a:r>
              <a:rPr lang="hu-HU" dirty="0"/>
              <a:t>(ha munka közben a diszpécser változtatást csinál munkával kapcsolatba)</a:t>
            </a:r>
          </a:p>
        </p:txBody>
      </p:sp>
    </p:spTree>
    <p:extLst>
      <p:ext uri="{BB962C8B-B14F-4D97-AF65-F5344CB8AC3E}">
        <p14:creationId xmlns:p14="http://schemas.microsoft.com/office/powerpoint/2010/main" val="497332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9DEF8EA8-4CD5-4838-9795-ADB94D262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8142" y="287868"/>
            <a:ext cx="3842968" cy="327660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2D10004C-3304-44A0-A324-A944A7A01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7301" y="3581400"/>
            <a:ext cx="2704649" cy="3276600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7D7E63D3-C491-4058-90B5-32767BA18C4C}"/>
              </a:ext>
            </a:extLst>
          </p:cNvPr>
          <p:cNvSpPr txBox="1"/>
          <p:nvPr/>
        </p:nvSpPr>
        <p:spPr>
          <a:xfrm>
            <a:off x="2192375" y="499533"/>
            <a:ext cx="3842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/>
              <a:t>Frontend</a:t>
            </a:r>
            <a:endParaRPr lang="hu-HU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DA89837C-4213-4FC0-9738-3423048EC343}"/>
              </a:ext>
            </a:extLst>
          </p:cNvPr>
          <p:cNvSpPr txBox="1"/>
          <p:nvPr/>
        </p:nvSpPr>
        <p:spPr>
          <a:xfrm>
            <a:off x="2125135" y="1471263"/>
            <a:ext cx="5486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Alap elrendezés.</a:t>
            </a:r>
          </a:p>
          <a:p>
            <a:r>
              <a:rPr lang="hu-HU" dirty="0" err="1"/>
              <a:t>Tech</a:t>
            </a:r>
            <a:r>
              <a:rPr lang="hu-HU" dirty="0"/>
              <a:t> </a:t>
            </a:r>
            <a:r>
              <a:rPr lang="hu-HU" dirty="0" err="1"/>
              <a:t>stack</a:t>
            </a:r>
            <a:r>
              <a:rPr lang="hu-HU" dirty="0"/>
              <a:t>: </a:t>
            </a:r>
            <a:r>
              <a:rPr lang="hu-HU" dirty="0" err="1"/>
              <a:t>typescript</a:t>
            </a:r>
            <a:r>
              <a:rPr lang="hu-HU" dirty="0"/>
              <a:t> + </a:t>
            </a:r>
            <a:r>
              <a:rPr lang="hu-HU" dirty="0" err="1"/>
              <a:t>react</a:t>
            </a:r>
            <a:r>
              <a:rPr lang="hu-HU" dirty="0"/>
              <a:t> alap struktúrát felállítottuk ez lesz az </a:t>
            </a:r>
            <a:r>
              <a:rPr lang="hu-HU" dirty="0" err="1"/>
              <a:t>admin</a:t>
            </a:r>
            <a:r>
              <a:rPr lang="hu-HU" dirty="0"/>
              <a:t> nézet, ezt fogja látni a diszpécser</a:t>
            </a:r>
          </a:p>
        </p:txBody>
      </p:sp>
    </p:spTree>
    <p:extLst>
      <p:ext uri="{BB962C8B-B14F-4D97-AF65-F5344CB8AC3E}">
        <p14:creationId xmlns:p14="http://schemas.microsoft.com/office/powerpoint/2010/main" val="3404183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2A1551-4A95-4C08-A44F-D65BC243E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Adatbázis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1BE23076-0E7B-452D-B687-19EEB4894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482" y="1617132"/>
            <a:ext cx="5334466" cy="3750733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F414ABCE-BB8A-48E7-B5B8-42F86793D854}"/>
              </a:ext>
            </a:extLst>
          </p:cNvPr>
          <p:cNvSpPr txBox="1"/>
          <p:nvPr/>
        </p:nvSpPr>
        <p:spPr>
          <a:xfrm>
            <a:off x="2743200" y="1986464"/>
            <a:ext cx="38184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Tech</a:t>
            </a:r>
            <a:r>
              <a:rPr lang="hu-HU" dirty="0"/>
              <a:t> </a:t>
            </a:r>
            <a:r>
              <a:rPr lang="hu-HU" dirty="0" err="1"/>
              <a:t>stack</a:t>
            </a:r>
            <a:r>
              <a:rPr lang="hu-HU" dirty="0"/>
              <a:t>: </a:t>
            </a:r>
            <a:r>
              <a:rPr lang="hu-HU" dirty="0" err="1"/>
              <a:t>postgreSQL</a:t>
            </a:r>
            <a:endParaRPr lang="hu-HU" dirty="0"/>
          </a:p>
          <a:p>
            <a:r>
              <a:rPr lang="hu-HU" dirty="0"/>
              <a:t>Táblákat létrehoztuk kapcsolatokkal együtt </a:t>
            </a:r>
          </a:p>
        </p:txBody>
      </p:sp>
    </p:spTree>
    <p:extLst>
      <p:ext uri="{BB962C8B-B14F-4D97-AF65-F5344CB8AC3E}">
        <p14:creationId xmlns:p14="http://schemas.microsoft.com/office/powerpoint/2010/main" val="22766351"/>
      </p:ext>
    </p:extLst>
  </p:cSld>
  <p:clrMapOvr>
    <a:masterClrMapping/>
  </p:clrMapOvr>
</p:sld>
</file>

<file path=ppt/theme/theme1.xml><?xml version="1.0" encoding="utf-8"?>
<a:theme xmlns:a="http://schemas.openxmlformats.org/drawingml/2006/main" name="Szálak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52</TotalTime>
  <Words>184</Words>
  <Application>Microsoft Office PowerPoint</Application>
  <PresentationFormat>Szélesvásznú</PresentationFormat>
  <Paragraphs>18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10" baseType="lpstr">
      <vt:lpstr>Arial</vt:lpstr>
      <vt:lpstr>Calibri</vt:lpstr>
      <vt:lpstr>Century Gothic</vt:lpstr>
      <vt:lpstr>Wingdings 3</vt:lpstr>
      <vt:lpstr>Szálak</vt:lpstr>
      <vt:lpstr>Szervíz rendszer</vt:lpstr>
      <vt:lpstr>A probléma</vt:lpstr>
      <vt:lpstr>Software megoldása a problémákra </vt:lpstr>
      <vt:lpstr>PowerPoint-bemutató</vt:lpstr>
      <vt:lpstr>Adatbázis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Vaszócsik Levente</dc:creator>
  <cp:lastModifiedBy>Vaszócsik Levente</cp:lastModifiedBy>
  <cp:revision>6</cp:revision>
  <dcterms:created xsi:type="dcterms:W3CDTF">2026-10-19T06:17:54Z</dcterms:created>
  <dcterms:modified xsi:type="dcterms:W3CDTF">2026-10-19T07:11:42Z</dcterms:modified>
</cp:coreProperties>
</file>